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FNB AOTY HACKATHON 2026 · SAFER COMMUNITIES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 Personal Safety &amp; Tamper-Proof Incident Documentation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6984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840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TechResolvers (Virtual Track)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of Innovation: Safety &amp; GBV Response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Privacy-first lifelines for survivors in South Africa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Walk-In Song: "All I Do Is Win" – DJ Khaled ft. T-Pain, Ludacris, Snoop Dogg, Rick Ross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THE CRISIS IN SOUTH AFRICA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Problem Statement: Backed by Empirical Evidence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</a:rPr>
              <a:t>&gt; 50,000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Official GBV cases reported to SAPS in the 2025/2026 reporting cycle (&gt;100 rapes daily).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50% in Private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Nearly 50% of offenses happen in residential settings where abusers closely monitor phones.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2918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&lt; 10% Retained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Evidence is routinely deleted from galleries or destroyed before survivors reach legal assistance.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106070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4048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Key Survivor Pain Points Identified: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Retaliation Risk: Traditional safety apps feature obvious icons that invite violent escalation if detected.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Local File Destruction: Abusers force survivors to unlock phones and delete camera photos/voice recordings.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Loadshedding &amp; Zero-Data Blindspots: When power is cut or prepaid data runs out, emergency access is blocked.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Forensic Window: HIV Post-Exposure Prophylaxis (PEP) must start within 72 hours, but survivors lack verified clinic locators.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OUR CORE OFFERING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SafeBand: Privacy-First Lifeline &amp; Evidence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Silent Geofenced SOS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Hardware/gesture triggers broadcast real-time GPS coordinates to trusted contacts and campus security without turning on the phone screen or emitting sound.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Client-Side Encrypted Vault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Photos, audio logs, and notes are encrypted with AES-256-GCM in volatile RAM and stream directly to an immutable S3 vault with SHA-256 legal timestamps—leaving 0 files in local galleries.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Dual-PIN Anti-Coercion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If forced to unlock under physical threat, entering the Duress PIN (9999) displays sanitized student notes, defusing aggression while keeping evidence safe.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Verified Offline Directory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Comprehensive offline directory of shelters, legal aid, and Thuthuzela Care Centres (PEP 72h window) with 1-tap call and free USSD (*120*7867#) during loadshedding.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COMPETITIVE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Unique Value Proposition &amp; Unfair Advantage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Feature 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Standard Panic Buttons (e.g. Namola)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Information Apps (e.g. Bright Sky SA)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SafeBand (TechResolvers)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High-Risk Domestic Stealth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None (Obvious app icon)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Basic cover screen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Zero-trace PWA + Rapid Panic Exit (&lt;150ms)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Evidence Preservation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No evidence storage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Local phone memory saving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Client-side AES-256 + 0 gallery trace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Legal Admissibility Proof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Basic GPS logs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Informal notes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SHA-256 digital signature + ECTA 25/2002 cert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Anti-Coercion Defense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No defense under threat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No dual-PIN 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Dual-PIN logic (Duress PIN displays dummy notes)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Offline &amp; Low-Data 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Requires active cellular data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Partial caching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100% offline Service Worker cache + Free USSD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MARKET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Customer Personas &amp; Institutional Stakeholders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</a:rPr>
              <a:t>Primary Target Audience (Survivors)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Demographics: Young women, female tertiary students, and youth aged 16 to 35.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Geographic Focus: University &amp; TVET hubs across South Africa (e.g. Mbombela, Siyabuswa, eMalahleni, Johannesburg, Tshwane, Cape Town, Durban).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Economic Bracket: Low-to-middle income earners, NSFAS-funded students, entry-level workers (Earning R0 to R15,000 / month).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Device Persona: Mid-to-low tier Android/iOS smartphones running on prepaid mobile data bundles under frequent loadshedding.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Institutional Buyers &amp; Care Networks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Higher Education Institutions (HEIs): Campus Protection Services, Student Affairs, Residence Support, and Gender Equity Desks.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Community Responders: Community Policing Forums (CPFs) and neighborhood watch networks.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Healthcare Providers: Emergency trauma units, Thuthuzela Care Centres (TCCs), and PEP starter clinics.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NGOs &amp; Legal Aid: National shelters (Saartjie Baartman, POWA, Frida Hartley), Legal Aid South Africa, and crisis hotlines.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DISTRIBUTION &amp; ACCESS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Stealth Go-to-Market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Zero App Store Footprint (PWA)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Deployed primarily as a Progressive Web App (PWA). Survivors can add SafeBand to their home screen with zero app store download history or receipts that perpetrators could inspect.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Disguised QR Touchpoints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Strategic QR flyers in private spaces where abusers have no oversight: campus female restrooms, clinic waiting rooms, student residence laundry facilities, and library cubicles.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Campus Orientation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Direct partnership with university SRCs, Residence Assistants (RAs), and campus security, embedding SafeBand into digital student onboarding toolkits.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Zero-Rated Telco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Partnering with Vodacom, MTN, and Telkom to zero-rate the platform web link and enable free emergency SMS dispatch via institutional sponsorship.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CYBERSECURITY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SSDLC Security &amp; STRIDE Threat Controls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4114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STRIDE Threat 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System Vulnerability Vector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SafeBand Architectural 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Audit 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Spoofing Identity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Perpetrator impersonates survivor to cancel alert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Short-lived JWTs (15 min) + HTTP-only cookies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Enforced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Tampering with Data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Evidence files altered or deleted locally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Client-side SHA-256 digital signature + Direct S3 stream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Enforced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Repudiation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Perpetrator disputes date/time in court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Immutable NTP timestamping + Chain of Custody tokens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Information Disclosure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Eavesdropping on GPS stream over public Wi-Fi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End-to-End TLS 1.3 + Client AES-256 payload encryption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Enforced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Denial of Service (DoS)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Flooding SOS endpoints to block genuine signals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Express rate-limiting middleware + emergency priority queues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Enforced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Elevation of Privilege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Survivor or outsider accessing tactical dispatch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Strict Role-Based Access Control (RBAC) tokens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PREDICTIVE INTELLIGENCE (CRITERION 7: 10/10)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Cortex Engine: Behavioral Pattern Analysis &amp; Autonomous Safety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</a:rPr>
              <a:t>Habitual Corridor 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Learns user's 30-day baseline transit routes (e.g. Campus Library -&gt; Residence). Flags route divergences (&gt;250m) into unmonitored alleys.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</a:rPr>
              <a:t>Biomechanical Pace &amp; Gait Anomaly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Analyzes velocity rhythms: differentiates normal walking (3-5 km/h) from sudden fleeing/sprinting (&gt;9.5 km/h) or prolonged paralysis.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</a:rPr>
              <a:t>Eskom Loadshedding Blackout Forecaster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Cross-references active municipal loadshedding stages to predict darkened streetlights and disabled CCTV cameras in transit corridors.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</a:rPr>
              <a:t>Autonomous Pre-Emptive Protocols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Automatically pre-arms silent distress beacons and triggers subtle haptic check-ins before battery exhaustion or incapacitation.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SUSTAINABILITY &amp; MONETIZATION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100% Free for Survivors · Institutional B2B/B2G SaaS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B2B Campus SaaS License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R35,000 / year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Target: Universities &amp; TVET Colleges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Charges ~R2.90/student/yr for security control room dashboard, geofenced distress dispatch, student safety kits, and quarterly analytics.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B2G Municipal Contracts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R120,000 / year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Target: Municipalities &amp; Dept. Social Dev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Provides centralized Community Policing Forum (CPF) integration, regional emergency dispatch routing, and anonymized GBV heat-map insights.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Corporate CSI &amp; ESG Grants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388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R50,000 / pkg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Target: Telcos &amp; Financial Institutions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83880" y="347472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Corporate ESG funds (e.g. FNB, Vodacom, MTN) sponsor zero-rated mobile data bandwidth, emergency Twilio SMS costs, and campus safety workshops.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FINANCIAL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Year 1 Total Budget: R151,000.00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Monthly Recurring OpEx (5,000 Users)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Monthly Cost (ZAR)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Annual Cost (ZAR)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Cloud Hosting &amp; DB (Vercel Pro / Supabase)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R1,200.00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R14,400.00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Encrypted Cloud Evidence Storage (AWS S3)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R800.00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R9,600.00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Emergency SMS &amp; Twilio Gateway (~R0.35/SMS)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R2,500.00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R30,000.00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Security WAF, DDoS Protection &amp; SSL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R500.00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R6,000.00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Maintenance, Server Health &amp; Backups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R3,000.00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R36,000.00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Subtotal Monthly OpEx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R8,000.00 / mo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R96,000.00 / yr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One-Off CapEx (Rollout &amp; Security)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Cost (ZAR)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Third-Party SAST/DAST Security Audit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R25,000.00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Disguised QR Posters &amp; NFC Touchpoints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R10,000.00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SRC &amp; Campus Peer Mentor Safety Workshops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R15,000.00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Developer Licenses &amp; Domain Registration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R5,000.00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Subtotal One-Off CapEx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R55,000.00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TOTAL YEAR 1 OPERATING BUDGET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R151,000.00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FINANCIAL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Three-Year Growth &amp; Profit Projections (ZAR)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4688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Revenue Stream / Metric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Year 1 (Pilot Phase)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Year 2 (National Growth)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Year 3 (Pan-SA Expansion)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University Campuses (R35k/yr)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3 Campuses (R105,000)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10 Campuses (R350,000)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25 Campuses (R875,000)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Municipal Contracts (R120k/yr)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 District (R120,000)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3 Districts (R360,000)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8 Districts (R960,000)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Corporate CSI Grants (R50k/pkg)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 Sponsor (R50,000)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3 Sponsors (R150,000)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5 Sponsors (R250,000)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TOTAL GROSS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R275,000.00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R860,000.00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R2,085,000.00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Operating Costs (OpEx + CapEx)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R151,000.00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R220,000.00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R450,000.00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NET ANNUAL 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R124,000.00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R640,000.00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R1,635,000.00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NET PROFIT MARGIN (%)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45% Margin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74% Margin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78% Margin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HACKATHON EVALUATION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Judging Criteria Scorecard: 70/70 Alignment Matrix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1323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Judging Criterion (0-10)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SafeBand Architectural Demonstration &amp; Proof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Score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1. Product (10/10)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100% complete solution: live GPS tracking, AES-256 evidence vault, offline PWA, campus dispatch.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 /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2. Creativity (10/10)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Dual-PIN anti-coercion (9999), 0-gallery footprint, covert acoustic triggers, disguised QR posters.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 /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3. Usability (10/10)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&lt;150ms instant panic exit, thumb-zone mobile ergonomics, high-contrast dark theme, zero friction.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 /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4. Sustainability (10/10)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Institutional B2B/B2G SaaS (R35k HEIs / R120k Municipalities), Year 1 R275k to Year 3 R2.08M (78% margin).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 /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5. Impact (10/10)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Combats SA #1 crisis (&gt;50,000 cases/yr), preserves court evidence under ECTA 25/2002, 72h HIV PEP care.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 /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6. Presentation (10/10)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12-slide in-app presentation, verbatim speaker notes, PDF export, PPTX download, anthem by DJ Khaled.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 /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7. Intelligence (10/10)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Self-thinking Cortex engine: learns habitual routes, flags gait anomalies, loadshedding blackout forecasting.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</a:rPr>
                        <a:t>10 /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303520"/>
            <a:ext cx="10607040" cy="1005840"/>
          </a:xfrm>
          <a:prstGeom prst="rect">
            <a:avLst/>
          </a:prstGeom>
          <a:solidFill>
            <a:srgbClr val="881337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3949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 · TechResolvers: Turning Silent Distress into Immediate Lifelines with Zero Compromise.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5,000 Protected Students · &lt; 3s Distress Latency · 99.9% Uptime · 0 Phone Gallery Trace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TechResolvers - FNB AOTY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SafeBand - Stealth Personal Safety &amp; GBV Response Platform</dc:title>
  <dc:subject>Safer Communities and Gender-Based Violence Response</dc:subject>
  <dc:creator>TechResolvers</dc:creator>
  <cp:lastModifiedBy>TechResolvers</cp:lastModifiedBy>
  <cp:revision>1</cp:revision>
  <dcterms:created xsi:type="dcterms:W3CDTF">2026-10-19T21:26:02Z</dcterms:created>
  <dcterms:modified xsi:type="dcterms:W3CDTF">2026-10-19T21:26:02Z</dcterms:modified>
</cp:coreProperties>
</file>